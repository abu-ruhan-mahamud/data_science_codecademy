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754880" cy="4754880"/>
          </a:xfrm>
          <a:prstGeom prst="ellipse">
            <a:avLst/>
          </a:prstGeom>
          <a:solidFill>
            <a:srgbClr val="F96167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657600" cy="3657600"/>
          </a:xfrm>
          <a:prstGeom prst="ellipse">
            <a:avLst/>
          </a:prstGeom>
          <a:solidFill>
            <a:srgbClr val="F9E795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DATE-A-SCIENTIST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68680" y="3246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Traits from 60,000 OkCupid Profiles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68680" y="3840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 ·  Relationship Status  ·  Sex — three predictive modeling case studies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6035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E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Technical Walkthrough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-731520"/>
            <a:ext cx="2011680" cy="2011680"/>
          </a:xfrm>
          <a:prstGeom prst="ellipse">
            <a:avLst/>
          </a:prstGeom>
          <a:solidFill>
            <a:srgbClr val="F9E795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7899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OkCupid dating profiles — demographics, self-reported lifestyle habits, and ten free-text essay prompts.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F4F5FA"/>
          </a:solidFill>
          <a:ln/>
          <a:effectLst>
            <a:outerShdw sx="100000" sy="100000" kx="0" ky="0" algn="bl" rotWithShape="0" blurRad="76200" dist="25400" dir="5400000">
              <a:srgbClr val="9AA0C2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51460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59,946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0" y="210312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F4F5FA"/>
          </a:solidFill>
          <a:ln/>
          <a:effectLst>
            <a:outerShdw sx="100000" sy="100000" kx="0" ky="0" algn="bl" rotWithShape="0" blurRad="76200" dist="25400" dir="5400000">
              <a:srgbClr val="9AA0C2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251460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474720" y="35204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fields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210312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F4F5FA"/>
          </a:solidFill>
          <a:ln/>
          <a:effectLst>
            <a:outerShdw sx="100000" sy="100000" kx="0" ky="0" algn="bl" rotWithShape="0" blurRad="76200" dist="25400" dir="5400000">
              <a:srgbClr val="9AA0C2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251460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309360" y="35204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Essay questions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0" y="210312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F4F5FA"/>
          </a:solidFill>
          <a:ln/>
          <a:effectLst>
            <a:outerShdw sx="100000" sy="100000" kx="0" ky="0" algn="bl" rotWithShape="0" blurRad="76200" dist="25400" dir="5400000">
              <a:srgbClr val="9AA0C2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0" y="251460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144000" y="35204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Traits predicted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8920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modeling exercises test how well profile data predicts income (financial), relationship status (platform behavior), and sex (physical trait) — each with very different results.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Date-A-Scientist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Built the Models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685800" cy="6858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828800" y="164592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828800" y="2075688"/>
            <a:ext cx="8961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Ordinal-encode lifestyle habits (drinks, smokes, drugs, education). One-hot encode categoricals (job, diet, body type). Engineer essay length as a proxy for profile effort.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154680"/>
            <a:ext cx="685800" cy="6858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1546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828800" y="306324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/ test split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828800" y="3493008"/>
            <a:ext cx="8961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split per task, stratified where classes are imbalanced. Numeric features scaled with MinMaxScaler before fitting.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4572000"/>
            <a:ext cx="685800" cy="6858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5720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828800" y="448056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828800" y="4910328"/>
            <a:ext cx="8961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/ Logistic Regression for an interpretable baseline; K-Nearest Neighbors as a non-parametric comparison on every task.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Date-A-Scientist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65760"/>
            <a:ext cx="5577840" cy="6126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3A47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-1097280" y="-1097280"/>
            <a:ext cx="3291840" cy="3291840"/>
          </a:xfrm>
          <a:prstGeom prst="ellipse">
            <a:avLst/>
          </a:prstGeom>
          <a:solidFill>
            <a:srgbClr val="F96167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288036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Income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794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lifestyle traits predict what someone earns?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Date-A-Scientist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Income Is Barely Predictable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3931920" cy="1051560"/>
          </a:xfrm>
          <a:prstGeom prst="roundRect">
            <a:avLst>
              <a:gd name="adj" fmla="val 8696"/>
            </a:avLst>
          </a:prstGeom>
          <a:solidFill>
            <a:srgbClr val="F4F5FA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30759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19.2%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606040" y="123444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profiles report an income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3931920" cy="1051560"/>
          </a:xfrm>
          <a:prstGeom prst="roundRect">
            <a:avLst>
              <a:gd name="adj" fmla="val 8696"/>
            </a:avLst>
          </a:prstGeom>
          <a:solidFill>
            <a:srgbClr val="F4F5F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4203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= 0.075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606040" y="246888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(best model)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703320"/>
            <a:ext cx="3931920" cy="1051560"/>
          </a:xfrm>
          <a:prstGeom prst="roundRect">
            <a:avLst>
              <a:gd name="adj" fmla="val 8696"/>
            </a:avLst>
          </a:prstGeom>
          <a:solidFill>
            <a:srgbClr val="F4F5F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77647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±$88.7K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606040" y="370332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prediction error (MAE)</a:t>
            </a:r>
            <a:endParaRPr lang="en-US" sz="1250" dirty="0"/>
          </a:p>
        </p:txBody>
      </p:sp>
      <p:pic>
        <p:nvPicPr>
          <p:cNvPr id="12" name="Image 0" descr="income_coef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234440"/>
            <a:ext cx="6355080" cy="38404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40080" y="507492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DEDEE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5193792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only 11,504 of 59,946 profiles disclose income, and reported values are bucketed into round numbers ($20K, $50K, $100K…) rather than measured continuously — that caps how well any model can fit, regardless of algorithm.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Income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65760"/>
            <a:ext cx="5577840" cy="6126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3A47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-1097280" y="-1097280"/>
            <a:ext cx="3291840" cy="3291840"/>
          </a:xfrm>
          <a:prstGeom prst="ellipse">
            <a:avLst/>
          </a:prstGeom>
          <a:solidFill>
            <a:srgbClr val="F96167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288036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Relationship Status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794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platform itself distort what we can learn?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Date-A-Scientist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Beware the Accuracy Paradox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 of profiles are simply “single.” A model can look excellent while ignoring every minority class.</a:t>
            </a:r>
            <a:endParaRPr lang="en-US" sz="1400" dirty="0"/>
          </a:p>
        </p:txBody>
      </p:sp>
      <p:pic>
        <p:nvPicPr>
          <p:cNvPr id="4" name="Image 0" descr="status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394960" cy="4160520"/>
          </a:xfrm>
          <a:prstGeom prst="rect">
            <a:avLst/>
          </a:prstGeom>
        </p:spPr>
      </p:pic>
      <p:pic>
        <p:nvPicPr>
          <p:cNvPr id="5" name="Image 1" descr="status_accuracy_parado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417320"/>
            <a:ext cx="5440680" cy="42519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40080" y="56235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4F5FA"/>
          </a:solidFill>
          <a:ln/>
        </p:spPr>
      </p:sp>
      <p:sp>
        <p:nvSpPr>
          <p:cNvPr id="7" name="Text 3"/>
          <p:cNvSpPr/>
          <p:nvPr/>
        </p:nvSpPr>
        <p:spPr>
          <a:xfrm>
            <a:off x="868680" y="566928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hits 95.2% accuracy by always predicting “single” — 0% recall on married, seeing someone, or available. Class-balanced Logistic Regression trades accuracy (49.6%) for actually detecting them.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Relationship Status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65760"/>
            <a:ext cx="5577840" cy="6126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3A47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-1097280" y="-1097280"/>
            <a:ext cx="3291840" cy="3291840"/>
          </a:xfrm>
          <a:prstGeom prst="ellipse">
            <a:avLst/>
          </a:prstGeom>
          <a:solidFill>
            <a:srgbClr val="F96167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288036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Sex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794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target free of platform bias — does the model finally work?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Date-A-Scientist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Model That Actually Works</a:t>
            </a:r>
            <a:endParaRPr lang="en-US" sz="3000" dirty="0"/>
          </a:p>
        </p:txBody>
      </p:sp>
      <p:pic>
        <p:nvPicPr>
          <p:cNvPr id="3" name="Image 0" descr="sex_height_d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5532120" cy="3246120"/>
          </a:xfrm>
          <a:prstGeom prst="rect">
            <a:avLst/>
          </a:prstGeom>
        </p:spPr>
      </p:pic>
      <p:pic>
        <p:nvPicPr>
          <p:cNvPr id="4" name="Image 1" descr="sex_accuracy_progre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097280"/>
            <a:ext cx="5394960" cy="32461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40080" y="461772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F4F5FA"/>
          </a:solidFill>
          <a:ln/>
        </p:spPr>
      </p:sp>
      <p:sp>
        <p:nvSpPr>
          <p:cNvPr id="6" name="Text 2"/>
          <p:cNvSpPr/>
          <p:nvPr/>
        </p:nvSpPr>
        <p:spPr>
          <a:xfrm>
            <a:off x="640080" y="470916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86%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777240" y="528523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(height + body type)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4389120" y="461772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F4F5FA"/>
          </a:solidFill>
          <a:ln/>
        </p:spPr>
      </p:sp>
      <p:sp>
        <p:nvSpPr>
          <p:cNvPr id="9" name="Text 5"/>
          <p:cNvSpPr/>
          <p:nvPr/>
        </p:nvSpPr>
        <p:spPr>
          <a:xfrm>
            <a:off x="4389120" y="470916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/ 40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4526280" y="528523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/ female split — balanced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8138160" y="461772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F4F5FA"/>
          </a:solidFill>
          <a:ln/>
        </p:spPr>
      </p:sp>
      <p:sp>
        <p:nvSpPr>
          <p:cNvPr id="12" name="Text 8"/>
          <p:cNvSpPr/>
          <p:nvPr/>
        </p:nvSpPr>
        <p:spPr>
          <a:xfrm>
            <a:off x="8138160" y="470916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 / 0.81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8275320" y="528523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F1-score, male / female — no collapse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Sex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Targets, Three Outcomes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881360" cy="4023360"/>
        </p:xfrm>
        <a:graphic>
          <a:graphicData uri="http://schemas.openxmlformats.org/drawingml/2006/table">
            <a:tbl>
              <a:tblPr/>
              <a:tblGrid>
                <a:gridCol w="2103120"/>
                <a:gridCol w="2651760"/>
                <a:gridCol w="3291840"/>
                <a:gridCol w="28346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≈ 0.08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— undisclosed &amp; bucketed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(4-class, 93/5/3/1)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accuracy,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~0% minority recall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Misleading — accuracy paradox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(~60/40 split)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86% accuracy,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precision/recall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— real, balanced signal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across all three: model quality tracked signal strength and class balance — not algorithm choice.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Date-A-Scientist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4572000"/>
            <a:ext cx="4114800" cy="4114800"/>
          </a:xfrm>
          <a:prstGeom prst="ellipse">
            <a:avLst/>
          </a:prstGeom>
          <a:solidFill>
            <a:srgbClr val="F96167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280160"/>
            <a:ext cx="2926080" cy="2926080"/>
          </a:xfrm>
          <a:prstGeom prst="ellipse">
            <a:avLst/>
          </a:prstGeom>
          <a:solidFill>
            <a:srgbClr val="F9E795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Takeaway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1965960"/>
            <a:ext cx="457200" cy="45720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187452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strength matters most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2267712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genuinely predicts sex; lifestyle habits don't genuinely predict income.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32004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00200" y="310896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balance matters as much as accuracy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3502152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93/7 imbalance makes accuracy alone meaningless — check per-class recall.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68680" y="4434840"/>
            <a:ext cx="457200" cy="45720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00200" y="434340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choice matters less than the data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00200" y="4736592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Linear/Logistic Regression and KNN landed in the same place on every task.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2960" y="6309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Date-A-Scientist — Predicting Traits from OkCupid Profiles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2026-07-22T19:33:48Z</dcterms:created>
  <dcterms:modified xsi:type="dcterms:W3CDTF">2026-07-22T19:33:48Z</dcterms:modified>
</cp:coreProperties>
</file>